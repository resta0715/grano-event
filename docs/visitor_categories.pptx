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8943E"/>
                </a:solidFill>
                <a:latin typeface="Yu Gothic UI"/>
              </a:rPr>
              <a:t>BUSINESS OPEN DAY 2026 — BNI GRANO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B2D"/>
                </a:solidFill>
                <a:latin typeface="Yu Gothic UI"/>
              </a:rPr>
              <a:t>ビジター一覧 — お仕事の専門分野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97135" y="41148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1">
                <a:solidFill>
                  <a:srgbClr val="0F1B2D"/>
                </a:solidFill>
                <a:latin typeface="Yu Gothic UI"/>
              </a:rPr>
              <a:t>33 名</a:t>
            </a:r>
          </a:p>
          <a:p>
            <a:pPr algn="r"/>
            <a:r>
              <a:rPr sz="1100">
                <a:solidFill>
                  <a:srgbClr val="5C5348"/>
                </a:solidFill>
                <a:latin typeface="Yu Gothic UI"/>
              </a:rPr>
              <a:t>2026.5.27（水）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143000"/>
            <a:ext cx="11277295" cy="0"/>
          </a:xfrm>
          <a:prstGeom prst="line">
            <a:avLst/>
          </a:prstGeom>
          <a:ln w="31750">
            <a:solidFill>
              <a:srgbClr val="0F1B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77294" cy="5120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3383188"/>
                <a:gridCol w="2255459"/>
                <a:gridCol w="3383188"/>
              </a:tblGrid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麻生 恵里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エステサロン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細谷 政徳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税理士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小林 良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居酒屋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橋本 香織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不動産仲介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藤平 ゆか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ライフキャリアコーチ、研修講師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Yu Gothic UI"/>
                        </a:rPr>
                        <a:t>堀川 マサル</a:t>
                      </a:r>
                      <a:r>
                        <a:rPr sz="10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買取、遺品整理、解体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武富 裕一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介護関係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藤井 光樹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経理代行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﨏田 美咲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日本料理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清島 有紗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LP,webデザイナー、イラストレーター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堀内 健一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食肉加工卸売り 飲食業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永井 尋己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映像制作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Yu Gothic UI"/>
                        </a:rPr>
                        <a:t>NGUYEN VAN LONG</a:t>
                      </a:r>
                      <a:r>
                        <a:rPr sz="10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外国人の採用、サポート、通訳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Yu Gothic UI"/>
                        </a:rPr>
                        <a:t>高野 なおみ</a:t>
                      </a:r>
                      <a:r>
                        <a:rPr sz="10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整体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木下 貴子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不動産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葛城 由美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食品製造販売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山下 翼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建設（瀬谷の娘婿）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井出 康平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農家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山口 えま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保育士、エステサロン、セラピスト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成瀬 優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染色・アパレル制作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山坂 秀樹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イベント企画運営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保利 澄香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行政書士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近藤 朱莉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会員制ホテル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田代 祐司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飲食店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新井 絵美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ネイルサロン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滝口 肇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植物のお医者さん、植物サブリース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岩渕 元気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美容室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辻下 敏夫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中小企業の支援事業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400" b="1">
                          <a:solidFill>
                            <a:srgbClr val="1A1A1A"/>
                          </a:solidFill>
                          <a:latin typeface="Yu Gothic UI"/>
                        </a:rPr>
                        <a:t>澤口 奈緒美</a:t>
                      </a:r>
                      <a:r>
                        <a:rPr sz="10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サロン業、クリスタルアクセサリー販売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松永 洋忠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伝え方力 聴く力 仕事 人生 子育てお悩み相談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松村 由華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ヘッドスパ、エステ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冨澤 智子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教室運営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  <a:tr h="301214">
                <a:tc>
                  <a:txBody>
                    <a:bodyPr wrap="none"/>
                    <a:lstStyle/>
                    <a:p>
                      <a:pPr algn="l"/>
                      <a:r>
                        <a:rPr sz="1800" b="1">
                          <a:solidFill>
                            <a:srgbClr val="1A1A1A"/>
                          </a:solidFill>
                          <a:latin typeface="Yu Gothic UI"/>
                        </a:rPr>
                        <a:t>岸 翔麻</a:t>
                      </a:r>
                      <a:r>
                        <a:rPr sz="1100">
                          <a:solidFill>
                            <a:srgbClr val="5C5348"/>
                          </a:solidFill>
                          <a:latin typeface="Yu Gothic UI"/>
                        </a:rPr>
                        <a:t>  様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5C5348"/>
                          </a:solidFill>
                          <a:latin typeface="Yu Gothic UI"/>
                        </a:rPr>
                        <a:t>演奏</a:t>
                      </a:r>
                    </a:p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  <a:lnR w="9525">
                      <a:solidFill>
                        <a:srgbClr val="D8CFB8"/>
                      </a:solidFill>
                    </a:lnR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 marT="18288" marB="18288" anchor="ctr">
                    <a:solidFill>
                      <a:srgbClr val="FFFDF8"/>
                    </a:solidFill>
                    <a:lnB w="9525">
                      <a:solidFill>
                        <a:srgbClr val="EDE5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0F1B2D"/>
                </a:solidFill>
                <a:latin typeface="Yu Gothic UI"/>
              </a:rPr>
              <a:t>大人の文化祭 — Business Open Day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