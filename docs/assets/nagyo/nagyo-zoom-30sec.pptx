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30秒原稿 · AIエンジニア 宇部光太</a:t>
            </a:r>
          </a:p>
          <a:p/>
          <a:p>
            <a:r>
              <a:t>永吉さんの100年健康が、アプリ1つで毎日届くとしたら？</a:t>
            </a:r>
          </a:p>
          <a:p/>
          <a:p>
            <a:r>
              <a:t>体重と食事を報告するだけ。</a:t>
            </a:r>
          </a:p>
          <a:p>
            <a:r>
              <a:t>永吉脳みそが、今のあなたを診断して、最適な生活を提案します。</a:t>
            </a:r>
          </a:p>
          <a:p/>
          <a:p>
            <a:r>
              <a:t>永吉さんは伴走とサロンケアに集中できる。</a:t>
            </a:r>
          </a:p>
          <a:p/>
          <a:p>
            <a:r>
              <a:t>私は現役店舗オーナーとして、AIを使った売上アップと業務効率化を最速で形にします。</a:t>
            </a:r>
          </a:p>
          <a:p>
            <a:r>
              <a:t>『自社の強みをAIシステムで何倍にもスケールさせたい』健康・美容サロンや事業オーナーを、ぜひ永吉さんへご紹介ください。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30秒原稿 · AIエンジニア 宇部光太</a:t>
            </a:r>
          </a:p>
          <a:p/>
          <a:p>
            <a:r>
              <a:t>永吉さんの100年健康が、アプリ1つで毎日届くとしたら？</a:t>
            </a:r>
          </a:p>
          <a:p/>
          <a:p>
            <a:r>
              <a:t>体重と食事を報告するだけ。</a:t>
            </a:r>
          </a:p>
          <a:p>
            <a:r>
              <a:t>永吉脳みそが、今のあなたを診断して、最適な生活を提案します。</a:t>
            </a:r>
          </a:p>
          <a:p/>
          <a:p>
            <a:r>
              <a:t>永吉さんは伴走とサロンケアに集中できる。</a:t>
            </a:r>
          </a:p>
          <a:p/>
          <a:p>
            <a:r>
              <a:t>私は現役店舗オーナーとして、AIを使った売上アップと業務効率化を最速で形にします。</a:t>
            </a:r>
          </a:p>
          <a:p>
            <a:r>
              <a:t>『自社の強みをAIシステムで何倍にもスケールさせたい』健康・美容サロンや事業オーナーを、ぜひ永吉さんへご紹介ください。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52B788"/>
                </a:solidFill>
              </a:defRPr>
            </a:pPr>
            <a:r>
              <a:t>BNIグラーノ · AIエンジニア 宇部光太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6583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1A2E24"/>
                </a:solidFill>
              </a:defRPr>
            </a:pPr>
            <a:r>
              <a:t>永吉さんの100年健康</a:t>
            </a:r>
          </a:p>
          <a:p>
            <a:pPr>
              <a:defRPr sz="4000" b="1">
                <a:solidFill>
                  <a:srgbClr val="2D6A4F"/>
                </a:solidFill>
              </a:defRPr>
            </a:pPr>
            <a:r>
              <a:t>アプリ1つで、毎日届く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6583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1A2E24"/>
                </a:solidFill>
              </a:defRPr>
            </a:pPr>
            <a:r>
              <a:t>体重・食事を報告</a:t>
            </a:r>
          </a:p>
          <a:p>
            <a:pPr>
              <a:spcAft>
                <a:spcPts val="400"/>
              </a:spcAft>
              <a:defRPr sz="1800">
                <a:solidFill>
                  <a:srgbClr val="5A7266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2200">
                <a:solidFill>
                  <a:srgbClr val="1A2E24"/>
                </a:solidFill>
              </a:defRPr>
            </a:pPr>
            <a:r>
              <a:t>永吉脳みそが「今のあなた」を診断</a:t>
            </a:r>
          </a:p>
          <a:p>
            <a:pPr>
              <a:spcAft>
                <a:spcPts val="400"/>
              </a:spcAft>
              <a:defRPr sz="1800">
                <a:solidFill>
                  <a:srgbClr val="5A7266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2200">
                <a:solidFill>
                  <a:srgbClr val="1A2E24"/>
                </a:solidFill>
              </a:defRPr>
            </a:pPr>
            <a:r>
              <a:t>最適な生活を、その場で提案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9204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2D6A4F"/>
                </a:solidFill>
              </a:defRPr>
            </a:pPr>
            <a:r>
              <a:t>永吉さんは伴走とサロンケアに集中</a:t>
            </a:r>
          </a:p>
          <a:p>
            <a:pPr>
              <a:defRPr sz="1300">
                <a:solidFill>
                  <a:srgbClr val="5A7266"/>
                </a:solidFill>
              </a:defRPr>
            </a:pPr>
            <a:r>
              <a:t>AIで強みをスケールさせたい健康・美容サロン・事業オーナー → 永吉さんへ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>
                <a:solidFill>
                  <a:srgbClr val="5A7266"/>
                </a:solidFill>
              </a:defRPr>
            </a:pPr>
            <a:r>
              <a:t>永吉 佐千子 · 健康dietコーチ · ティンクルン辻堂</a:t>
            </a:r>
          </a:p>
        </p:txBody>
      </p:sp>
      <p:pic>
        <p:nvPicPr>
          <p:cNvPr id="9" name="Picture 8" descr="slide-30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411480"/>
            <a:ext cx="4892040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