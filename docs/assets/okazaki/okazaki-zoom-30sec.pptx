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30秒原稿 · AIエンジニア 宇部光太（スライドには載せない）</a:t>
            </a:r>
          </a:p>
          <a:p/>
          <a:p>
            <a:r>
              <a:t>岡崎さんの歌酒場に、ありきたりのモバイルオーダーじゃなく、AIあっちゃんが入った注文が届くとしたら？</a:t>
            </a:r>
          </a:p>
          <a:p/>
          <a:p>
            <a:r>
              <a:t>忙しい日でも、外国の方でも、注文が苦手な若者でも、じゃんじゃん注文。</a:t>
            </a:r>
          </a:p>
          <a:p>
            <a:r>
              <a:t>スタッフドリンクもバンバン出る。</a:t>
            </a:r>
          </a:p>
          <a:p/>
          <a:p>
            <a:r>
              <a:t>岡崎さんはおもてなしと宴の空気づくりに集中できる。</a:t>
            </a:r>
          </a:p>
          <a:p/>
          <a:p>
            <a:r>
              <a:t>私は現役店舗オーナーとして、AIを使った売上アップと業務効率化を最速で形にします。</a:t>
            </a:r>
          </a:p>
          <a:p>
            <a:r>
              <a:t>『自社の強みをAIシステムで何倍にもスケールさせたい』飲食店や事業オーナーを、ぜひ岡崎さんへご紹介ください。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