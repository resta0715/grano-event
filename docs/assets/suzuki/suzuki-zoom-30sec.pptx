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30秒原稿 · AIエンジニア · 宇部 光太</a:t>
            </a:r>
          </a:p>
          <a:p/>
          <a:p>
            <a:r>
              <a:t>鈴木さんの損害保険に、AI優さんが入ったとしたら？</a:t>
            </a:r>
          </a:p>
          <a:p/>
          <a:p>
            <a:r>
              <a:t>お客様は、いつでも優さんに質問できる。</a:t>
            </a:r>
          </a:p>
          <a:p>
            <a:r>
              <a:t>優さんは、返事の手間なく、お客様のリストが取れる。</a:t>
            </a:r>
          </a:p>
          <a:p>
            <a:r>
              <a:t>どっちも得する。</a:t>
            </a:r>
          </a:p>
          <a:p/>
          <a:p>
            <a:r>
              <a:t>何より、人気者の優さんが、一人につき一人いる。</a:t>
            </a:r>
          </a:p>
          <a:p>
            <a:r>
              <a:t>みんなのスマホに、自分専用の優さんがいる。</a:t>
            </a:r>
          </a:p>
          <a:p/>
          <a:p>
            <a:r>
              <a:t>私は現役店舗オーナーとして、AIを使った売上アップと業務効率化を最速で形にします。</a:t>
            </a:r>
          </a:p>
          <a:p>
            <a:r>
              <a:t>『自社の強みをAIシステムで何倍にもスケールさせたい』保険・金融や事業オーナーを、ぜひAIエンジニアの僕にご紹介ください。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