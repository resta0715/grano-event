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3890863"/>
            <a:ext cx="4577059" cy="136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4EEE4"/>
                </a:solidFill>
                <a:latin typeface="Yu Mincho"/>
              </a:defRPr>
            </a:pPr>
            <a:r>
              <a:t>一人では、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4EEE4"/>
                </a:solidFill>
                <a:latin typeface="Yu Mincho"/>
              </a:defRPr>
            </a:pPr>
            <a:r>
              <a:t>届かない場所へ。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5448300"/>
            <a:ext cx="4577059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4EEE4"/>
                </a:solidFill>
                <a:latin typeface="Meiryo"/>
              </a:defRPr>
            </a:pPr>
            <a:r>
              <a:t>宇部 光太 × 山田 研二 × あらい ひとみ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6399" y="150812"/>
            <a:ext cx="11379199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D4B36A"/>
                </a:solidFill>
                <a:latin typeface="Meiryo"/>
              </a:defRPr>
            </a:pPr>
            <a:r>
              <a:t>2025年春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399" y="596007"/>
            <a:ext cx="11379199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4EEE4"/>
                </a:solidFill>
                <a:latin typeface="Yu Mincho"/>
              </a:defRPr>
            </a:pPr>
            <a:r>
              <a:t>三人は、別々の道を歩いていた。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1930896"/>
            <a:ext cx="9662119" cy="1752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4EEE4"/>
                </a:solidFill>
                <a:latin typeface="Yu Mincho"/>
              </a:defRPr>
            </a:pPr>
            <a:r>
              <a:t>会話が噛み合わない。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4EEE4"/>
                </a:solidFill>
                <a:latin typeface="Yu Mincho"/>
              </a:defRPr>
            </a:pPr>
            <a:r>
              <a:t>だから、法人を。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3683496"/>
            <a:ext cx="9662119" cy="1261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4EEE4"/>
                </a:solidFill>
                <a:latin typeface="Yu Mincho"/>
              </a:defRPr>
            </a:pPr>
            <a:r>
              <a:t>「日本一を目指す。一緒に法人を立ち上げよう」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2561828"/>
            <a:ext cx="9662119" cy="1752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4EEE4"/>
                </a:solidFill>
                <a:latin typeface="Yu Mincho"/>
              </a:defRPr>
            </a:pPr>
            <a:r>
              <a:t>「一緒に日本一を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4EEE4"/>
                </a:solidFill>
                <a:latin typeface="Yu Mincho"/>
              </a:defRPr>
            </a:pPr>
            <a:r>
              <a:t>目指そう」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8799" y="304800"/>
            <a:ext cx="62801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D4B36A"/>
                </a:solidFill>
                <a:latin typeface="Meiryo"/>
              </a:defRPr>
            </a:pPr>
            <a:r>
              <a:t>2026年4月1日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799" y="857250"/>
            <a:ext cx="6280149" cy="150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4EEE4"/>
                </a:solidFill>
                <a:latin typeface="Yu Mincho"/>
              </a:defRPr>
            </a:pPr>
            <a:r>
              <a:t>覚悟が、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4EEE4"/>
                </a:solidFill>
                <a:latin typeface="Yu Mincho"/>
              </a:defRPr>
            </a:pPr>
            <a:r>
              <a:t>法人になった。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92949" y="5762029"/>
            <a:ext cx="4641849" cy="613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3DDB0"/>
                </a:solidFill>
                <a:latin typeface="Yu Mincho"/>
              </a:defRPr>
            </a:pPr>
            <a:r>
              <a:t>RG株式会社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3072705"/>
            <a:ext cx="3386633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0">
                <a:solidFill>
                  <a:srgbClr val="F3DDB0"/>
                </a:solidFill>
                <a:latin typeface="Yu Mincho"/>
              </a:defRPr>
            </a:pPr>
            <a:r>
              <a:t>5店舗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02633" y="3072705"/>
            <a:ext cx="3386633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0">
                <a:solidFill>
                  <a:srgbClr val="F3DDB0"/>
                </a:solidFill>
                <a:latin typeface="Yu Mincho"/>
              </a:defRPr>
            </a:pPr>
            <a:r>
              <a:t>3店舗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95666" y="3072705"/>
            <a:ext cx="3386633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0">
                <a:solidFill>
                  <a:srgbClr val="F3DDB0"/>
                </a:solidFill>
                <a:latin typeface="Yu Mincho"/>
              </a:defRPr>
            </a:pPr>
            <a:r>
              <a:t>1億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2158107"/>
            <a:ext cx="5760640" cy="1752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3DDB0"/>
                </a:solidFill>
                <a:latin typeface="Yu Mincho"/>
              </a:defRPr>
            </a:pPr>
            <a:r>
              <a:t>だから、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3DDB0"/>
                </a:solidFill>
                <a:latin typeface="Yu Mincho"/>
              </a:defRPr>
            </a:pPr>
            <a:r>
              <a:t>NOVUSを。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99" y="4061519"/>
            <a:ext cx="5760640" cy="631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F4EEE4"/>
                </a:solidFill>
                <a:latin typeface="Meiryo"/>
              </a:defRPr>
            </a:pPr>
            <a:r>
              <a:t>40歳以下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5818" y="3051770"/>
            <a:ext cx="52323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9000" b="1">
                <a:solidFill>
                  <a:srgbClr val="F3DDB0"/>
                </a:solidFill>
                <a:latin typeface="Yu Mincho"/>
              </a:defRPr>
            </a:pPr>
            <a:r>
              <a:t>NOVUS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