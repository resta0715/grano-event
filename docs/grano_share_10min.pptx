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99" y="3890863"/>
            <a:ext cx="4577059" cy="136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4800" b="1">
                <a:solidFill>
                  <a:srgbClr val="F4EEE4"/>
                </a:solidFill>
                <a:latin typeface="Yu Mincho"/>
              </a:defRPr>
            </a:pPr>
            <a:r>
              <a:t>一人では、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4800" b="1">
                <a:solidFill>
                  <a:srgbClr val="F4EEE4"/>
                </a:solidFill>
                <a:latin typeface="Yu Mincho"/>
              </a:defRPr>
            </a:pPr>
            <a:r>
              <a:t>届かない場所へ。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99" y="5448300"/>
            <a:ext cx="4577059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F4EEE4"/>
                </a:solidFill>
                <a:latin typeface="Meiryo"/>
              </a:defRPr>
            </a:pPr>
            <a:r>
              <a:t>宇部 光太 × 山田 研二 × あらい ひとみ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6399" y="150812"/>
            <a:ext cx="11379199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D4B36A"/>
                </a:solidFill>
                <a:latin typeface="Meiryo"/>
              </a:defRPr>
            </a:pPr>
            <a:r>
              <a:t>2025年春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6399" y="596007"/>
            <a:ext cx="11379199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4000" b="1">
                <a:solidFill>
                  <a:srgbClr val="F4EEE4"/>
                </a:solidFill>
                <a:latin typeface="Yu Mincho"/>
              </a:defRPr>
            </a:pPr>
            <a:r>
              <a:t>三人は、別々の道を歩いていた。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6399" y="6178550"/>
            <a:ext cx="3674466" cy="5016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F4EEE4"/>
                </a:solidFill>
                <a:latin typeface="Yu Mincho"/>
              </a:defRPr>
            </a:pPr>
            <a:r>
              <a:t>宇部 光太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58666" y="6178550"/>
            <a:ext cx="3674566" cy="5016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F4EEE4"/>
                </a:solidFill>
                <a:latin typeface="Yu Mincho"/>
              </a:defRPr>
            </a:pPr>
            <a:r>
              <a:t>山田 研二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11032" y="6178550"/>
            <a:ext cx="3674566" cy="5016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F4EEE4"/>
                </a:solidFill>
                <a:latin typeface="Yu Mincho"/>
              </a:defRPr>
            </a:pPr>
            <a:r>
              <a:t>あらい ひとみ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99" y="2285603"/>
            <a:ext cx="96621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D4B36A"/>
                </a:solidFill>
                <a:latin typeface="Meiryo"/>
              </a:defRPr>
            </a:pPr>
            <a:r>
              <a:t>2025年5月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99" y="2838053"/>
            <a:ext cx="9662119" cy="1752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6000" b="1">
                <a:solidFill>
                  <a:srgbClr val="F4EEE4"/>
                </a:solidFill>
                <a:latin typeface="Yu Mincho"/>
              </a:defRPr>
            </a:pPr>
            <a:r>
              <a:t>Reyel、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6000" b="1">
                <a:solidFill>
                  <a:srgbClr val="F4EEE4"/>
                </a:solidFill>
                <a:latin typeface="Yu Mincho"/>
              </a:defRPr>
            </a:pPr>
            <a:r>
              <a:t>FC化スタート。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99" y="2285603"/>
            <a:ext cx="96621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D4B36A"/>
                </a:solidFill>
                <a:latin typeface="Meiryo"/>
              </a:defRPr>
            </a:pPr>
            <a:r>
              <a:t>2025年夏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99" y="2838053"/>
            <a:ext cx="9662119" cy="1752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6000" b="1">
                <a:solidFill>
                  <a:srgbClr val="F4EEE4"/>
                </a:solidFill>
                <a:latin typeface="Yu Mincho"/>
              </a:defRPr>
            </a:pPr>
            <a:r>
              <a:t>会話が、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6000" b="1">
                <a:solidFill>
                  <a:srgbClr val="F4EEE4"/>
                </a:solidFill>
                <a:latin typeface="Yu Mincho"/>
              </a:defRPr>
            </a:pPr>
            <a:r>
              <a:t>噛み合わない。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99" y="1930896"/>
            <a:ext cx="9662119" cy="1752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6000" b="1">
                <a:solidFill>
                  <a:srgbClr val="F4EEE4"/>
                </a:solidFill>
                <a:latin typeface="Yu Mincho"/>
              </a:defRPr>
            </a:pPr>
            <a:r>
              <a:t>同じ覚悟で、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6000" b="1">
                <a:solidFill>
                  <a:srgbClr val="F4EEE4"/>
                </a:solidFill>
                <a:latin typeface="Yu Mincho"/>
              </a:defRPr>
            </a:pPr>
            <a:r>
              <a:t>法人を。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99" y="3683496"/>
            <a:ext cx="9662119" cy="1261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F4EEE4"/>
                </a:solidFill>
                <a:latin typeface="Yu Mincho"/>
              </a:defRPr>
            </a:pPr>
            <a:r>
              <a:t>「日本一を目指す。一緒に法人を立ち上げよう」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99" y="2561828"/>
            <a:ext cx="9662119" cy="1752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6000" b="1">
                <a:solidFill>
                  <a:srgbClr val="F4EEE4"/>
                </a:solidFill>
                <a:latin typeface="Yu Mincho"/>
              </a:defRPr>
            </a:pPr>
            <a:r>
              <a:t>視線は、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6000" b="1">
                <a:solidFill>
                  <a:srgbClr val="F4EEE4"/>
                </a:solidFill>
                <a:latin typeface="Yu Mincho"/>
              </a:defRPr>
            </a:pPr>
            <a:r>
              <a:t>TSUKIMISOUへ。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99" y="2285603"/>
            <a:ext cx="96621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D4B36A"/>
                </a:solidFill>
                <a:latin typeface="Meiryo"/>
              </a:defRPr>
            </a:pPr>
            <a:r>
              <a:t>2025年冬　北本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99" y="2838053"/>
            <a:ext cx="9662119" cy="1752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6000" b="1">
                <a:solidFill>
                  <a:srgbClr val="F4EEE4"/>
                </a:solidFill>
                <a:latin typeface="Yu Mincho"/>
              </a:defRPr>
            </a:pPr>
            <a:r>
              <a:t>「一緒に日本一を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6000" b="1">
                <a:solidFill>
                  <a:srgbClr val="F4EEE4"/>
                </a:solidFill>
                <a:latin typeface="Yu Mincho"/>
              </a:defRPr>
            </a:pPr>
            <a:r>
              <a:t>目指そう」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99" y="2999978"/>
            <a:ext cx="9662119" cy="8762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6000" b="1">
                <a:solidFill>
                  <a:srgbClr val="F4EEE4"/>
                </a:solidFill>
                <a:latin typeface="Yu Mincho"/>
              </a:defRPr>
            </a:pPr>
            <a:r>
              <a:t>〆氷を、つくろう。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99" y="2561828"/>
            <a:ext cx="9662119" cy="1752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6000" b="1">
                <a:solidFill>
                  <a:srgbClr val="F4EEE4"/>
                </a:solidFill>
                <a:latin typeface="Yu Mincho"/>
              </a:defRPr>
            </a:pPr>
            <a:r>
              <a:t>三人の覚悟が、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6000" b="1">
                <a:solidFill>
                  <a:srgbClr val="F4EEE4"/>
                </a:solidFill>
                <a:latin typeface="Yu Mincho"/>
              </a:defRPr>
            </a:pPr>
            <a:r>
              <a:t>ひとつになった。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58799" y="304800"/>
            <a:ext cx="628014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D4B36A"/>
                </a:solidFill>
                <a:latin typeface="Meiryo"/>
              </a:defRPr>
            </a:pPr>
            <a:r>
              <a:t>2026年4月1日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8799" y="857250"/>
            <a:ext cx="6280149" cy="150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5400" b="1">
                <a:solidFill>
                  <a:srgbClr val="F4EEE4"/>
                </a:solidFill>
                <a:latin typeface="Yu Mincho"/>
              </a:defRPr>
            </a:pPr>
            <a:r>
              <a:t>覚悟が、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5400" b="1">
                <a:solidFill>
                  <a:srgbClr val="F4EEE4"/>
                </a:solidFill>
                <a:latin typeface="Yu Mincho"/>
              </a:defRPr>
            </a:pPr>
            <a:r>
              <a:t>法人になった。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92949" y="5762029"/>
            <a:ext cx="4641849" cy="613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600" b="1">
                <a:solidFill>
                  <a:srgbClr val="F3DDB0"/>
                </a:solidFill>
                <a:latin typeface="Yu Mincho"/>
              </a:defRPr>
            </a:pPr>
            <a:r>
              <a:t>RG株式会社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99" y="1391146"/>
            <a:ext cx="9662119" cy="1752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6000" b="1">
                <a:solidFill>
                  <a:srgbClr val="F4EEE4"/>
                </a:solidFill>
                <a:latin typeface="Yu Mincho"/>
              </a:defRPr>
            </a:pPr>
            <a:r>
              <a:t>仲が良いだけでは、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6000" b="1">
                <a:solidFill>
                  <a:srgbClr val="F4EEE4"/>
                </a:solidFill>
                <a:latin typeface="Yu Mincho"/>
              </a:defRPr>
            </a:pPr>
            <a:r>
              <a:t>日本一になれない。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99" y="3261717"/>
            <a:ext cx="4665959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4400" b="1">
                <a:solidFill>
                  <a:srgbClr val="F4EEE4"/>
                </a:solidFill>
                <a:latin typeface="Yu Mincho"/>
              </a:defRPr>
            </a:pPr>
            <a:r>
              <a:t>まず挑戦する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05759" y="3261717"/>
            <a:ext cx="4665959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4400" b="1">
                <a:solidFill>
                  <a:srgbClr val="F4EEE4"/>
                </a:solidFill>
                <a:latin typeface="Yu Mincho"/>
              </a:defRPr>
            </a:pPr>
            <a:r>
              <a:t>やるなら全力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599" y="4072830"/>
            <a:ext cx="4665959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4400" b="1">
                <a:solidFill>
                  <a:srgbClr val="F4EEE4"/>
                </a:solidFill>
                <a:latin typeface="Yu Mincho"/>
              </a:defRPr>
            </a:pPr>
            <a:r>
              <a:t>人を陥れない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05759" y="4072830"/>
            <a:ext cx="4665959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4400" b="1">
                <a:solidFill>
                  <a:srgbClr val="F4EEE4"/>
                </a:solidFill>
                <a:latin typeface="Yu Mincho"/>
              </a:defRPr>
            </a:pPr>
            <a:r>
              <a:t>リスクも、一緒に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99" y="2735560"/>
            <a:ext cx="3386633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6600" b="0">
                <a:solidFill>
                  <a:srgbClr val="F3DDB0"/>
                </a:solidFill>
                <a:latin typeface="Yu Mincho"/>
              </a:defRPr>
            </a:pPr>
            <a:r>
              <a:t>5店舗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99" y="3733700"/>
            <a:ext cx="3386633" cy="514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4EEE4"/>
                </a:solidFill>
                <a:latin typeface="Meiryo"/>
              </a:defRPr>
            </a:pPr>
            <a:r>
              <a:t>ネイルFC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02633" y="2735560"/>
            <a:ext cx="3386633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6600" b="0">
                <a:solidFill>
                  <a:srgbClr val="F3DDB0"/>
                </a:solidFill>
                <a:latin typeface="Yu Mincho"/>
              </a:defRPr>
            </a:pPr>
            <a:r>
              <a:t>3店舗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02633" y="3733700"/>
            <a:ext cx="3386633" cy="514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4EEE4"/>
                </a:solidFill>
                <a:latin typeface="Meiryo"/>
              </a:defRPr>
            </a:pPr>
            <a:r>
              <a:t>かき氷FC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95666" y="2735560"/>
            <a:ext cx="3386633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6600" b="0">
                <a:solidFill>
                  <a:srgbClr val="F3DDB0"/>
                </a:solidFill>
                <a:latin typeface="Yu Mincho"/>
              </a:defRPr>
            </a:pPr>
            <a:r>
              <a:t>1億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5666" y="3733700"/>
            <a:ext cx="3386633" cy="514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4EEE4"/>
                </a:solidFill>
                <a:latin typeface="Meiryo"/>
              </a:defRPr>
            </a:pPr>
            <a:r>
              <a:t>次は年商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99" y="2561828"/>
            <a:ext cx="9662119" cy="1752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6000" b="1">
                <a:solidFill>
                  <a:srgbClr val="F4EEE4"/>
                </a:solidFill>
                <a:latin typeface="Yu Mincho"/>
              </a:defRPr>
            </a:pPr>
            <a:r>
              <a:t>あと10年早く、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6000" b="1">
                <a:solidFill>
                  <a:srgbClr val="F4EEE4"/>
                </a:solidFill>
                <a:latin typeface="Yu Mincho"/>
              </a:defRPr>
            </a:pPr>
            <a:r>
              <a:t>出会えていたら。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99" y="2158107"/>
            <a:ext cx="5760640" cy="1752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6000" b="1">
                <a:solidFill>
                  <a:srgbClr val="F3DDB0"/>
                </a:solidFill>
                <a:latin typeface="Yu Mincho"/>
              </a:defRPr>
            </a:pPr>
            <a:r>
              <a:t>だから、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6000" b="1">
                <a:solidFill>
                  <a:srgbClr val="F3DDB0"/>
                </a:solidFill>
                <a:latin typeface="Yu Mincho"/>
              </a:defRPr>
            </a:pPr>
            <a:r>
              <a:t>NOVUSを。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99" y="4061519"/>
            <a:ext cx="5760640" cy="6311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defRPr sz="3500" b="0">
                <a:solidFill>
                  <a:srgbClr val="F4EEE4"/>
                </a:solidFill>
                <a:latin typeface="Meiryo"/>
              </a:defRPr>
            </a:pPr>
            <a:r>
              <a:t>40歳以下。０から１を。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15818" y="3051770"/>
            <a:ext cx="5232399" cy="1028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9000" b="1">
                <a:solidFill>
                  <a:srgbClr val="F3DDB0"/>
                </a:solidFill>
                <a:latin typeface="Yu Mincho"/>
              </a:defRPr>
            </a:pPr>
            <a:r>
              <a:t>NOVUS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